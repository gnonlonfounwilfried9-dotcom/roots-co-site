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89" r:id="rId2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762C"/>
    <a:srgbClr val="DB870B"/>
    <a:srgbClr val="D547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20" autoAdjust="0"/>
  </p:normalViewPr>
  <p:slideViewPr>
    <p:cSldViewPr snapToGrid="0">
      <p:cViewPr varScale="1">
        <p:scale>
          <a:sx n="82" d="100"/>
          <a:sy n="82" d="100"/>
        </p:scale>
        <p:origin x="792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421B1-E6F2-407D-B20B-36C74697E0B2}" type="datetimeFigureOut">
              <a:rPr lang="fr-FR" smtClean="0"/>
              <a:t>01/09/2023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8D85F9-3C87-4FE2-B702-A87AC530E3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09457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013E0-7CA5-45FE-8397-0EE171A83DBB}" type="datetimeFigureOut">
              <a:rPr lang="fr-FR" smtClean="0"/>
              <a:t>01/09/2023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8A5CE-D1EB-48C4-B190-8B8D6BD603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3324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3" y="3085765"/>
            <a:ext cx="11262867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3" y="2495447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9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3"/>
            <a:ext cx="691721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9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5" y="614407"/>
            <a:ext cx="11309339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8" y="5141976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3043912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3" y="606556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3" y="606556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6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5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4" y="5262298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5" y="614407"/>
            <a:ext cx="11309339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2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2" y="675728"/>
            <a:ext cx="2004164" cy="5183073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5" y="675728"/>
            <a:ext cx="7896279" cy="5183073"/>
          </a:xfrm>
        </p:spPr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4" y="5956139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5" y="5951813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6" y="5956139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les@roots-technologies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hyperlink" Target="mailto:contact.benin@roots.w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6312A1BF-6DE0-92F4-FFC0-B442A2BE7E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87" b="5850"/>
          <a:stretch/>
        </p:blipFill>
        <p:spPr>
          <a:xfrm rot="10800000" flipV="1">
            <a:off x="-74646" y="0"/>
            <a:ext cx="12266645" cy="686623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8E529C23-2139-481C-4818-DF80C96F60AB}"/>
              </a:ext>
            </a:extLst>
          </p:cNvPr>
          <p:cNvSpPr txBox="1"/>
          <p:nvPr/>
        </p:nvSpPr>
        <p:spPr>
          <a:xfrm>
            <a:off x="74645" y="6416147"/>
            <a:ext cx="12117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Tel : 00228 93 07 87 87 / 00229 99 56 52 52                              </a:t>
            </a:r>
            <a:r>
              <a:rPr lang="fr-F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sales@roots-technologies.com</a:t>
            </a:r>
            <a:r>
              <a:rPr lang="fr-F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 / </a:t>
            </a:r>
            <a:r>
              <a:rPr lang="fr-F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contact.benin@roots.ws</a:t>
            </a:r>
            <a:r>
              <a:rPr lang="fr-F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                                    Lomé – Togo / Cotonou - Benin</a:t>
            </a:r>
            <a:endParaRPr lang="aa-ET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8B3C565-08FC-DC13-6C7B-C0B4D36527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762" y="278374"/>
            <a:ext cx="2251788" cy="6075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C0FD11C-C35C-0437-46DA-58EE44F9F0FD}"/>
              </a:ext>
            </a:extLst>
          </p:cNvPr>
          <p:cNvSpPr/>
          <p:nvPr/>
        </p:nvSpPr>
        <p:spPr>
          <a:xfrm>
            <a:off x="711976" y="382104"/>
            <a:ext cx="95189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NOS TARIFS  - PRESTATION </a:t>
            </a:r>
            <a:r>
              <a:rPr lang="fr-FR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INFORMATIQUE</a:t>
            </a:r>
            <a:endParaRPr lang="fr-F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EC40C307-1066-6FB7-4C8D-AB42EA903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564329"/>
              </p:ext>
            </p:extLst>
          </p:nvPr>
        </p:nvGraphicFramePr>
        <p:xfrm>
          <a:off x="711976" y="1154116"/>
          <a:ext cx="10768047" cy="4890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205">
                  <a:extLst>
                    <a:ext uri="{9D8B030D-6E8A-4147-A177-3AD203B41FA5}">
                      <a16:colId xmlns:a16="http://schemas.microsoft.com/office/drawing/2014/main" val="1185044944"/>
                    </a:ext>
                  </a:extLst>
                </a:gridCol>
                <a:gridCol w="4538366">
                  <a:extLst>
                    <a:ext uri="{9D8B030D-6E8A-4147-A177-3AD203B41FA5}">
                      <a16:colId xmlns:a16="http://schemas.microsoft.com/office/drawing/2014/main" val="4053332289"/>
                    </a:ext>
                  </a:extLst>
                </a:gridCol>
                <a:gridCol w="1860448">
                  <a:extLst>
                    <a:ext uri="{9D8B030D-6E8A-4147-A177-3AD203B41FA5}">
                      <a16:colId xmlns:a16="http://schemas.microsoft.com/office/drawing/2014/main" val="3415243783"/>
                    </a:ext>
                  </a:extLst>
                </a:gridCol>
                <a:gridCol w="1832260">
                  <a:extLst>
                    <a:ext uri="{9D8B030D-6E8A-4147-A177-3AD203B41FA5}">
                      <a16:colId xmlns:a16="http://schemas.microsoft.com/office/drawing/2014/main" val="2446479264"/>
                    </a:ext>
                  </a:extLst>
                </a:gridCol>
                <a:gridCol w="2057768">
                  <a:extLst>
                    <a:ext uri="{9D8B030D-6E8A-4147-A177-3AD203B41FA5}">
                      <a16:colId xmlns:a16="http://schemas.microsoft.com/office/drawing/2014/main" val="2251275853"/>
                    </a:ext>
                  </a:extLst>
                </a:gridCol>
              </a:tblGrid>
              <a:tr h="71077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u="none" strike="noStrike">
                          <a:effectLst/>
                        </a:rPr>
                        <a:t>N°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u="none" strike="noStrike" dirty="0">
                          <a:effectLst/>
                        </a:rPr>
                        <a:t>Désignation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u="none" strike="noStrike" dirty="0">
                          <a:effectLst/>
                        </a:rPr>
                        <a:t>Durée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u="none" strike="noStrike" dirty="0">
                          <a:effectLst/>
                        </a:rPr>
                        <a:t>Prix HT Euro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u="none" strike="noStrike" dirty="0">
                          <a:effectLst/>
                        </a:rPr>
                        <a:t>Prix HT FCFA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98620384"/>
                  </a:ext>
                </a:extLst>
              </a:tr>
              <a:tr h="710775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>
                          <a:effectLst/>
                        </a:rPr>
                        <a:t>1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1" u="none" strike="noStrike">
                          <a:effectLst/>
                        </a:rPr>
                        <a:t> Informaticien de base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</a:rPr>
                        <a:t>02 Heures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</a:rPr>
                        <a:t>50 €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>
                          <a:effectLst/>
                        </a:rPr>
                        <a:t>32 800 CFA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12383878"/>
                  </a:ext>
                </a:extLst>
              </a:tr>
              <a:tr h="682343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>
                          <a:effectLst/>
                        </a:rPr>
                        <a:t>2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1" u="none" strike="noStrike" dirty="0">
                          <a:effectLst/>
                        </a:rPr>
                        <a:t> Informaticien de base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</a:rPr>
                        <a:t>Demi-journée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</a:rPr>
                        <a:t>100 €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>
                          <a:effectLst/>
                        </a:rPr>
                        <a:t>65 600 CFA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4784524"/>
                  </a:ext>
                </a:extLst>
              </a:tr>
              <a:tr h="710775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>
                          <a:effectLst/>
                        </a:rPr>
                        <a:t>3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1" u="none" strike="noStrike" dirty="0">
                          <a:effectLst/>
                        </a:rPr>
                        <a:t> Informaticien de base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</a:rPr>
                        <a:t>Une journée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>
                          <a:effectLst/>
                        </a:rPr>
                        <a:t>150 €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</a:rPr>
                        <a:t>98 400 CFA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56899860"/>
                  </a:ext>
                </a:extLst>
              </a:tr>
              <a:tr h="682343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</a:rPr>
                        <a:t>1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1" u="none" strike="noStrike">
                          <a:effectLst/>
                        </a:rPr>
                        <a:t> Informaticien Supérieur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</a:rPr>
                        <a:t>02 Heures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>
                          <a:effectLst/>
                        </a:rPr>
                        <a:t>75 €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>
                          <a:effectLst/>
                        </a:rPr>
                        <a:t>49 200 CFA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94294661"/>
                  </a:ext>
                </a:extLst>
              </a:tr>
              <a:tr h="682343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>
                          <a:effectLst/>
                        </a:rPr>
                        <a:t>2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1" u="none" strike="noStrike">
                          <a:effectLst/>
                        </a:rPr>
                        <a:t> Informaticien Supérieur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</a:rPr>
                        <a:t>Demi-journée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</a:rPr>
                        <a:t>125 €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>
                          <a:effectLst/>
                        </a:rPr>
                        <a:t>82 000 CFA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59519515"/>
                  </a:ext>
                </a:extLst>
              </a:tr>
              <a:tr h="710775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>
                          <a:effectLst/>
                        </a:rPr>
                        <a:t>3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1" u="none" strike="noStrike" dirty="0">
                          <a:effectLst/>
                        </a:rPr>
                        <a:t> Informaticien Supérieur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</a:rPr>
                        <a:t>Une journée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</a:rPr>
                        <a:t>180 €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</a:rPr>
                        <a:t>118 080 CFA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42346216"/>
                  </a:ext>
                </a:extLst>
              </a:tr>
            </a:tbl>
          </a:graphicData>
        </a:graphic>
      </p:graphicFrame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A369C077-CA7B-C3F2-82DC-39F2547CA712}"/>
              </a:ext>
            </a:extLst>
          </p:cNvPr>
          <p:cNvCxnSpPr>
            <a:cxnSpLocks/>
          </p:cNvCxnSpPr>
          <p:nvPr/>
        </p:nvCxnSpPr>
        <p:spPr>
          <a:xfrm>
            <a:off x="727657" y="3984172"/>
            <a:ext cx="10736686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12146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e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6331</TotalTime>
  <Words>109</Words>
  <Application>Microsoft Office PowerPoint</Application>
  <PresentationFormat>Grand écran</PresentationFormat>
  <Paragraphs>37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Calibri</vt:lpstr>
      <vt:lpstr>Garamond</vt:lpstr>
      <vt:lpstr>Gill Sans MT</vt:lpstr>
      <vt:lpstr>Wingdings 2</vt:lpstr>
      <vt:lpstr>Dividende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Daniel AMOUZOU</dc:creator>
  <cp:lastModifiedBy>Daniel AMOUZOU</cp:lastModifiedBy>
  <cp:revision>313</cp:revision>
  <cp:lastPrinted>2023-09-01T15:16:51Z</cp:lastPrinted>
  <dcterms:created xsi:type="dcterms:W3CDTF">2021-05-28T10:00:14Z</dcterms:created>
  <dcterms:modified xsi:type="dcterms:W3CDTF">2023-09-01T18:07:54Z</dcterms:modified>
</cp:coreProperties>
</file>